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 Similarity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Text-Direct
(従来手法)</c:v>
                  </c:pt>
                  <c:pt idx="1">
                    <c:v>TCD-HyDE
(テキスト説明)</c:v>
                  </c:pt>
                  <c:pt idx="2">
                    <c:v>Visual HyDE
(本手法)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</c:v>
                </c:pt>
                <c:pt idx="1">
                  <c:v>0.42</c:v>
                </c:pt>
                <c:pt idx="2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40"/>
        </a:solidFill>
        <a:ln>
          <a:noFill/>
        </a:ln>
        <a:effectLst/>
      </c:spPr>
    </c:plotArea>
    <c:plotVisOnly val="1"/>
    <c:dispBlanksAs val="span"/>
  </c:chart>
  <c:spPr>
    <a:solidFill>
      <a:srgbClr val="0D1B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2194560" cy="219456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2377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RESEARCH PREVIEW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視覚的仮説チャート生成によるクロスモーダル検索の改善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Bridging the CLIP Modality Gap with Hypothetical Document Embeddings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5943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 Benchmark  ·  CLIP ViT-L/14  ·  FAISS  ·  Claude / GPT-4o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Modality Gap in CLIP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従来のテキスト→画像検索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問題点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CLIPのtext spaceとimage spaceには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構造的なギャップ（Modality Gap）が存在する。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形状・傾向クエリ（例：「右肩上がり」）は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画像との意味的距離が大きく、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関連チャートが上位にランクされにくい。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77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実測コサイン類似度: </a:t>
            </a:r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0.18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(Text-Direct)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 HyDE の解決策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テキスト→画像のクロスモーダル検索を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画像→画像の同一モーダル検索に変換する。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VLM（Claude/GPT-4o）にmatplotlibコードを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生成させ、仮説チャート画像を作成。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その画像ベクトルで検索することで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モダリティギャップを回避。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3977640"/>
            <a:ext cx="347472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977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実測コサイン類似度: </a:t>
            </a:r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0.78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(Visual HyDE)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457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423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51960" y="28346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4.3×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向上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Visual HyDE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554480" cy="2103120"/>
          </a:xfrm>
          <a:prstGeom prst="rect">
            <a:avLst/>
          </a:prstGeom>
          <a:solidFill>
            <a:srgbClr val="EEF2FF"/>
          </a:solidFill>
          <a:ln w="19050">
            <a:solidFill>
              <a:srgbClr val="0D1B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81328"/>
            <a:ext cx="512064" cy="512064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Query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5146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「売上が右肩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あがりのグラフ」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19656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554480" cy="2103120"/>
          </a:xfrm>
          <a:prstGeom prst="rect">
            <a:avLst/>
          </a:prstGeom>
          <a:solidFill>
            <a:srgbClr val="F0FD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48132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Code Gen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0552" y="25146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GPT-4o 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コードを生成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48456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86200" y="1371600"/>
            <a:ext cx="1554480" cy="21031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481328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9352" y="25146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サブプロセスで実行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仮説チャートPNG生成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77256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15000" y="1371600"/>
            <a:ext cx="1554480" cy="2103120"/>
          </a:xfrm>
          <a:prstGeom prst="rect">
            <a:avLst/>
          </a:prstGeom>
          <a:solidFill>
            <a:srgbClr val="F0F9F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481328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Embed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88152" y="25146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encoderで埋め込み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06056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43800" y="1371600"/>
            <a:ext cx="1554480" cy="210312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65008" y="1481328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25146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コサイン類似度検索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794760"/>
            <a:ext cx="841248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947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核心アイデア: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クロスモーダル（text→image）検索を </a:t>
            </a:r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同一モーダル（image→image）検索に変換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することで、CLIPのモダリティギャップを回避する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実験結果：コサイン類似度スコア比較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1A2F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クエリ:  </a:t>
            </a:r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「売上が右肩上がりのグラフ」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ChartQA test split (n=2500)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1463040"/>
          <a:ext cx="7315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ChartQA  ·  Embedding: CLIP ViT-L/14  ·  Index: FAISS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Retrieved Images — Visual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「売上が右肩上がりのグラフ」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37160" cy="2697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 (Rank 1–2)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0.78 / 0.77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219456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584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multi_col_20255 ✓ Revenue uptrend bar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920240"/>
            <a:ext cx="2194560" cy="1645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3584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two_col_61646 ✓ Price upward line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212080" y="1325880"/>
            <a:ext cx="36576" cy="32004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21808" y="1325880"/>
            <a:ext cx="137160" cy="2697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778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Text-Direct (Rank 1)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7784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0.18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20240"/>
            <a:ext cx="2926080" cy="1645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two_col_60196 ✗ 日本の島面積（無関係）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 は上昇トレンドを視覚的に再現したチャートを生成し、同モーダル検索により関連画像を正確に取得。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Text-Direct は「売上」「右肩上がり」の意味的距離が大きく、まったく無関係なチャートを返す。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9728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Settings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/ .env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27432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109728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313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 · FigureQA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ViDoRe V2 (HF Hub)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10972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27432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86200"/>
            <a:ext cx="109728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open-clip-torch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1005840"/>
            <a:ext cx="5440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28432" y="1170432"/>
            <a:ext cx="7498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1170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Baseline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520440" y="10607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Text-Direct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1389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embed → image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1965960"/>
            <a:ext cx="5440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28432" y="2130552"/>
            <a:ext cx="7498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130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Baseline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20440" y="20208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TCD-HyDE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2350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text desc → CLIP text → 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2926080"/>
            <a:ext cx="5440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28432" y="3090672"/>
            <a:ext cx="7498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0906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Proposed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520440" y="29809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(Matplotlib)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310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code → chart PNG → CLIP image → search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886200"/>
            <a:ext cx="5440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28432" y="4050792"/>
            <a:ext cx="7498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Proposed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520440" y="3941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4270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α·visual + (1-α)·text fusion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960120"/>
            <a:ext cx="36576" cy="39319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4572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Methods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CLIPのモダリティギャップは実測で0.18（text）vs 0.78（image）と実証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VLMによる仮説チャート生成で同一モーダル検索が実現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 は関連チャートを質的にも量的にも正確に取得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両プロバイダー対応の柔軟なアーキテクチャ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005840"/>
            <a:ext cx="3200400" cy="3657600"/>
          </a:xfrm>
          <a:prstGeom prst="rect">
            <a:avLst/>
          </a:prstGeom>
          <a:solidFill>
            <a:srgbClr val="0A1F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005840"/>
            <a:ext cx="3200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1508760"/>
            <a:ext cx="29260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508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Ablation study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(FigureQA / ChartType分析)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286000"/>
            <a:ext cx="29260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α sweep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(RRF hybrid retrieval)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3063240"/>
            <a:ext cx="29260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Full benchmark eval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(MRR@10, Recall@5/10)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840480"/>
            <a:ext cx="29260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M6: Paper draft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(Section 3–5 執筆)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HyDE  ·  Rei Matsui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HyDE</dc:title>
  <dc:subject>PptxGenJS Presentation</dc:subject>
  <dc:creator>Rei Matsui</dc:creator>
  <cp:lastModifiedBy>Rei Matsui</cp:lastModifiedBy>
  <cp:revision>1</cp:revision>
  <dcterms:created xsi:type="dcterms:W3CDTF">2026-04-19T06:35:56Z</dcterms:created>
  <dcterms:modified xsi:type="dcterms:W3CDTF">2026-04-19T06:35:56Z</dcterms:modified>
</cp:coreProperties>
</file>